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F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 Sklearn</c:v>
                  </c:pt>
                  <c:pt idx="1">
                    <c:v>M2 PyTorch</c:v>
                  </c:pt>
                  <c:pt idx="2">
                    <c:v>M3 Težinski</c:v>
                  </c:pt>
                  <c:pt idx="3">
                    <c:v>M4 Regularizovani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0.82</c:v>
                </c:pt>
                <c:pt idx="2">
                  <c:v>0.06</c:v>
                </c:pt>
                <c:pt idx="3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F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 Sklearn</c:v>
                  </c:pt>
                  <c:pt idx="1">
                    <c:v>M2 PyTorch</c:v>
                  </c:pt>
                  <c:pt idx="2">
                    <c:v>M3 Težinski</c:v>
                  </c:pt>
                  <c:pt idx="3">
                    <c:v>M4 Regularizovani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0.82</c:v>
                </c:pt>
                <c:pt idx="2">
                  <c:v>0.91</c:v>
                </c:pt>
                <c:pt idx="3">
                  <c:v>0.92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F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 Sklearn</c:v>
                  </c:pt>
                  <c:pt idx="1">
                    <c:v>M2 PyTorch</c:v>
                  </c:pt>
                  <c:pt idx="2">
                    <c:v>M3 Težinski</c:v>
                  </c:pt>
                  <c:pt idx="3">
                    <c:v>M4 Regularizovani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0.69</c:v>
                </c:pt>
                <c:pt idx="1">
                  <c:v>0.82</c:v>
                </c:pt>
                <c:pt idx="2">
                  <c:v>0.11</c:v>
                </c:pt>
                <c:pt idx="3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F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japerovic22/credit-card-fraud-detection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28016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26517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292608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329184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38160" y="365760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0" y="34747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50292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65760" y="25146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Primena veštačkih neuronskih mreža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detekciju finansijskih prevara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760" y="342900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566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 Perović  ·  Una Ilić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3886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podataka  ·  2022/0174  |  2022/0291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prezentacije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Debalans klasa i poslovni cilj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93392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&amp; Preprocesiranje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PCA varijable, StandardScaler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26664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9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009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modela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210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30 → 64 → 32 → 1 (ReLU)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059936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059936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33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3342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Četiri modela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542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Sklearn, PyTorch Base, Težinski, Regularizovani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6012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Evaluacija &amp; Rezultati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554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Preciznost, Recall, F1-Score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993392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93392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Osetljivost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Optimizacija praga i top obeležja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026664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026664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099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33009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36210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Optimalni model za realnu primenu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Opis problema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9728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234440"/>
            <a:ext cx="2560320" cy="21945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3444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prevara u skupu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od 284.807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234440"/>
            <a:ext cx="54864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Ekstreman disbalans klasa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83280" y="1892808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Regularni modeli ignorišu manjinsku klasu i postižu 99%+ tačnosti proglašavanjem svega legitimnim.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166360" y="123444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66360" y="1234440"/>
            <a:ext cx="54864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Varljiva metrika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03520" y="1892808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je beskorisna. Fokus mora biti na Precision, Recall i F1-Score za klasu prevara.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086600" y="123444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086600" y="1234440"/>
            <a:ext cx="54864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Poslovni kompromis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223760" y="1892808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Uhvatiti svaku prevaru vs. ne blokirati legitimne korisnike — dijametralno suprotni ciljevi.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65760" y="3657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Neuronske mreže, zahvaljujući nelinearnim aktivacionim funkcijama, detektuju suptilne anomalije nevidljive linearnim modelima.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Podaci &amp; Preprocesiranje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9728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284.807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51460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66344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1228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1228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1228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81228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prevara (Class=1)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5669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– V28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(PCA)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Anonimizovane karakteristike transakcije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Sekunde od prve transakcije u skupu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Iznos transakcije u eurima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Ciljna promenljiva: 0 = regularna, 1 = prevara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370332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3749040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Preprocesiranje: StandardScaler primenjen samo na Time i Amount (V1–V28 su već skalirani PCA-om). Scaler je fitovan isključivo na trening skupu kako bi se izbeglo curenje informacija (data leakage).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Arhitektura modela — MLP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09728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86968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325880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764792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203704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2642616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081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DC4"/>
                </a:solidFill>
              </a:rPr>
              <a:t>·  ·  ·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3520440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2377440"/>
            <a:ext cx="1399032" cy="27432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9012" y="21762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4320" y="22037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" y="38587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Ulazni sloj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" y="411480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obeležja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(V1–V28+Time+Amount)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148840" y="886968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48840" y="1325880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48840" y="1764792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48840" y="2203704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48840" y="2642616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48840" y="3081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DC4"/>
                </a:solidFill>
              </a:rPr>
              <a:t>·  ·  ·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148840" y="3520440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78608" y="2377440"/>
            <a:ext cx="1399032" cy="27432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13532" y="21762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148840" y="22037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965960" y="38587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Skriveni sloj 1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920240" y="411480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aktivacija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023360" y="886968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23360" y="1325880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023360" y="1764792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23360" y="2203704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23360" y="2642616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23360" y="3081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DC4"/>
                </a:solidFill>
              </a:rPr>
              <a:t>·  ·  ·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023360" y="3520440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53128" y="2377440"/>
            <a:ext cx="1399032" cy="27432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88052" y="21762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023360" y="22037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3840480" y="38587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Skriveni sloj 2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794760" y="411480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neurona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aktivacija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897880" y="2203704"/>
            <a:ext cx="384048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97880" y="22037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715000" y="38587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Izlazni sloj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669280" y="411480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P(prevara)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537960" y="960120"/>
            <a:ext cx="2468880" cy="36576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537960" y="960120"/>
            <a:ext cx="2468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294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Konfiguracija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62940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Aktivacija: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4980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(skriveni)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629400" y="1865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Izlaz: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7498080" y="1865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(P prevare)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629400" y="2267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749808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629400" y="2670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749808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629400" y="30723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Stopa učenja: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7498080" y="30723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662940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749808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1.024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6629400" y="3877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Epohe: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7498080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629400" y="4279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7498080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(ponovljivost)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Četiri eksperimentalne konfiguracije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574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35024"/>
            <a:ext cx="45720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MLPClassifier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 baseline bez eksplicitne trening petlje. Automatski early stopping.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iteracija · Adam · max_iter=1000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96312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170432"/>
            <a:ext cx="20574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1335024"/>
            <a:ext cx="4572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Osnovna PyTorch petlja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 arhitektura u PyTorch-u. Puna kontrola nad forward/backward pass-om.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epoha · BCEWithLogitsLoss · Adam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72584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170432"/>
            <a:ext cx="2057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1335024"/>
            <a:ext cx="457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82312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Težinski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82312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 = 578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82312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 greške penalizuje propuštene prevare 578× jače od lažnih uzbuna.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 = N_neg / N_pos ≈ 578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48856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48856" y="1170432"/>
            <a:ext cx="20574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86016" y="1335024"/>
            <a:ext cx="457200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6016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58584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Regularizovani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58584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L2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58584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Dodaje Dropout(0.2) i L2 regularizaciju kako bi se smanjio overfitting.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58584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4304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p=0.2 · weight_decay=1e-4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Rezultati evaluacije — klasa prevara (1)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09728"/>
            <a:ext cx="640080" cy="640080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320040" y="109728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097280"/>
          <a:ext cx="301752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548640"/>
                <a:gridCol w="548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Sklearn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PyTorch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Težinski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Regularizovani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852160" y="2907792"/>
            <a:ext cx="3017520" cy="1554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5852160" y="2907792"/>
            <a:ext cx="3017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063240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92240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Pobednik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989320" y="3429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Jedini model sa balansiranim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Recall = F1 = 0.82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17 lažnih uzbuna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Threshold analiza &amp; Analiza osetljivosti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analiza — Model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Ispitani pragovi: 0.1 → 0.9 (korak 0.05)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Optimalni prag: 0.85  →  F1 = 0.256  |  Precision = 0.15  |  Recall = 0.878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51760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 threshold analize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pri optimalnom pragu preciznost ne prelazi 0.15. Problem je strukturalan — pos_weight previše pomera granicu odlučivanja. Threshold tuning nije rešenje.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115568"/>
            <a:ext cx="3977640" cy="2953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15568"/>
            <a:ext cx="54864" cy="29535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osetljivosti — Model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obeležja po apsolutnom gradijentu: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9019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1947672"/>
            <a:ext cx="2793076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53796" y="19019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304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350008"/>
            <a:ext cx="2527069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7789" y="23042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0.00095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7066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0" y="2752344"/>
            <a:ext cx="21812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1980" y="27066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0.00082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108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3154680"/>
            <a:ext cx="2101457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2177" y="3108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0.00079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5112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3557016"/>
            <a:ext cx="1729047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9767" y="35112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0.00065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Amount (3. mesto) — jedina interpretabilna varijabla. Prevare imaju neobične iznose.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Diskusija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7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52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je optimalan izbor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7099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Uniformni 0.82 za sve metrike. Gradi odluku na više obeležja — robustan na šum. Samo 17 lažnih uzbuna na 56.864 regularnih transakcija.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303580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3035808"/>
            <a:ext cx="54864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7296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Zamka agresivnog balansiranja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36301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 ≈ 578 preagresivno pomera granicu. Model 3 i Model 4 klasifikuju gotovo sve kao prevaru. Threshold tuning ne pomaže.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11556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115568"/>
            <a:ext cx="54864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527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1252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Interpretabilnost je ograničena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92040" y="17099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su anonimizovani PCA-om. Jedini direktno tumačiv signal je Amount — pojavljuje se na 3. mestu u analizi osetljivosti.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03580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35808"/>
            <a:ext cx="54864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729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Moguća unapređenja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92040" y="36301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za sintetičke uzorke prevara · Validacioni skup tokom treninga · LSTM arhitektura za temporalnu strukturu (varijabla Time)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Zaključak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132588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8503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058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Osnovni PyTorch MLP — optimalan izbor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14447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Recall = F1 = 0.82  ·  Samo 17 lažnih uzbuna  ·  Uravnotežena raspodela osetljivosti na više obeležja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377440"/>
            <a:ext cx="8503920" cy="749808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37744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2423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Sofisticiranije ≠ bolje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87552" y="27614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domenima s ekstremnim disbalansom, minimalistički stabilan model (M2) bio je superiorniji od M3 i M4 sa eksplicitnim balansiranjem.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246120"/>
            <a:ext cx="8503920" cy="749808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24612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291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je varljiva metrika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87552" y="36301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modeli postižu ~100% Accuracy. Jedine relevantne metrike su Precision, Recall i F1 za klasu prevare.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411480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2976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87552" y="4160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Prava primenjivost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87552" y="4498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P=0.82, R=0.82 → model hvata 8 od 10 prevara, uz svega 17 lažnih uzbuna od 56.864 legitimnih transakcija.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200400" y="2816352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944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 Perović  ·  Una Ilić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podataka — 2022/0174 | 2022/0291</a:t>
            </a:r>
            <a:endParaRPr lang="en-US" sz="130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github.com/anjaperovic22/credit-card-fraud-detection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— ANN</dc:title>
  <dc:subject>PptxGenJS Presentation</dc:subject>
  <dc:creator>PptxGenJS</dc:creator>
  <cp:lastModifiedBy>PptxGenJS</cp:lastModifiedBy>
  <cp:revision>1</cp:revision>
  <dcterms:created xsi:type="dcterms:W3CDTF">2026-05-24T11:36:33Z</dcterms:created>
  <dcterms:modified xsi:type="dcterms:W3CDTF">2026-05-24T11:36:33Z</dcterms:modified>
</cp:coreProperties>
</file>